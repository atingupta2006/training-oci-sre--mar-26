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3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5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5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2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8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3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59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A8BCB-A1B1-40F6-B5E2-1612315F150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23FC5-1ADD-4C1E-A617-06021772E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3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794" y="60316"/>
            <a:ext cx="12000412" cy="540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94" y="670560"/>
            <a:ext cx="12000412" cy="6087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6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Site Reliability Engineering</a:t>
            </a:r>
            <a:endParaRPr lang="en-US" dirty="0"/>
          </a:p>
        </p:txBody>
      </p:sp>
      <p:pic>
        <p:nvPicPr>
          <p:cNvPr id="1026" name="Picture 2" descr="Actuating Google Production: How Google's Site Reliability Engineering Team  Uses Go - The Go Programming Langu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87" y="3509963"/>
            <a:ext cx="408622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24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0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4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3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8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8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3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6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3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3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8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4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64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21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19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9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19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96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11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56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64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00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3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92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97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90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89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99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17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82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72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48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45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91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54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46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94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5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SRE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</cp:revision>
  <dcterms:created xsi:type="dcterms:W3CDTF">2025-11-22T04:26:28Z</dcterms:created>
  <dcterms:modified xsi:type="dcterms:W3CDTF">2025-11-22T04:29:03Z</dcterms:modified>
</cp:coreProperties>
</file>